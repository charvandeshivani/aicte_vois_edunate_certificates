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D7422-597D-4DB3-883B-5A236A26AF62}" v="284" dt="2026-09-19T13:30:36.78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rvandeshivani/-Healthcare-Analytics-for-Doctor-Visits-_TIRTC-" TargetMode="External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F46D2-9DD7-3934-E199-14E05FF804B1}"/>
              </a:ext>
            </a:extLst>
          </p:cNvPr>
          <p:cNvSpPr txBox="1"/>
          <p:nvPr/>
        </p:nvSpPr>
        <p:spPr>
          <a:xfrm>
            <a:off x="772297" y="3223054"/>
            <a:ext cx="912340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i="0" u="none" strike="noStrike" baseline="0" dirty="0">
                <a:solidFill>
                  <a:srgbClr val="000000"/>
                </a:solidFill>
                <a:latin typeface="Times New Roman"/>
              </a:rPr>
              <a:t>Project Title </a:t>
            </a:r>
            <a:r>
              <a:rPr lang="en-GB" sz="28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Healthcare Analytics for Doctor Visits _TIRTC</a:t>
            </a:r>
            <a:r>
              <a:rPr sz="2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2800" b="0" i="0" dirty="0">
                <a:latin typeface="Times New Roman"/>
                <a:ea typeface="Times New Roman"/>
                <a:cs typeface="Times New Roman"/>
              </a:rPr>
            </a:br>
            <a:r>
              <a:rPr lang="en-GB" sz="2800" b="1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Name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 </a:t>
            </a:r>
            <a:r>
              <a:rPr lang="en-GB" sz="280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 - 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Shivani </a:t>
            </a:r>
            <a:r>
              <a:rPr lang="en-GB" sz="2800" b="0" i="0" u="none" strike="noStrike" baseline="0" dirty="0" err="1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Radhakisan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 </a:t>
            </a:r>
            <a:r>
              <a:rPr lang="en-GB" sz="2800" b="0" i="0" u="none" strike="noStrike" baseline="0" dirty="0" err="1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Charvande</a:t>
            </a:r>
            <a:endParaRPr lang="en-GB" sz="2800">
              <a:solidFill>
                <a:srgbClr val="18113C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800" b="1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ID -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2000" dirty="0">
                <a:solidFill>
                  <a:srgbClr val="020617"/>
                </a:solidFill>
                <a:highlight>
                  <a:srgbClr val="FFFFFF"/>
                </a:highlight>
                <a:ea typeface="+mn-lt"/>
                <a:cs typeface="+mn-lt"/>
              </a:rPr>
              <a:t>STU698ee416d64e61770972182</a:t>
            </a:r>
            <a:endParaRPr lang="en-GB" sz="2000">
              <a:solidFill>
                <a:srgbClr val="18113C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291" y="1710800"/>
            <a:ext cx="6997631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Healthcare organizations generate large amounts of patient data, including health conditions, illness, income, insurance, and doctor visits. Analysing this data can help identify patterns in healthcare usage.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This project focuses on analysing healthcare data to: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Analyse patient health conditions. 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Study doctor visit patterns. 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Identify factors affecting doctor visits. 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Analyse illness, income, insurance, and chronic conditions. 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Visualize healthcare data to generate useful insights. </a:t>
            </a:r>
            <a:endParaRPr lang="en-IN">
              <a:latin typeface="Times New Roman"/>
              <a:cs typeface="Times New Roman"/>
            </a:endParaRPr>
          </a:p>
          <a:p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66" y="2024"/>
            <a:ext cx="9653622" cy="660777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GB" sz="4000" dirty="0">
                <a:latin typeface="Times New Roman"/>
                <a:cs typeface="Times New Roman"/>
              </a:rPr>
              <a:t>Project Description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b="0" dirty="0">
                <a:latin typeface="Times New Roman"/>
                <a:cs typeface="Times New Roman"/>
              </a:rPr>
              <a:t>This project focuses on analysing a healthcare dataset containing information about</a:t>
            </a:r>
            <a:br>
              <a:rPr lang="en-GB" sz="1800" b="0" dirty="0">
                <a:latin typeface="Times New Roman"/>
                <a:cs typeface="Times New Roman"/>
              </a:rPr>
            </a:br>
            <a:r>
              <a:rPr lang="en-GB" sz="1800" b="0" dirty="0">
                <a:latin typeface="Times New Roman"/>
                <a:cs typeface="Times New Roman"/>
              </a:rPr>
              <a:t> patients and their doctor visits.</a:t>
            </a:r>
            <a:endParaRPr lang="en-IN" sz="1800" b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1800" b="0" dirty="0">
                <a:latin typeface="Times New Roman"/>
                <a:cs typeface="Times New Roman"/>
              </a:rPr>
              <a:t>The dataset contains 5,190 patient records and 13 variables.</a:t>
            </a:r>
            <a:endParaRPr lang="en-IN" sz="1800" b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1800" b="0" dirty="0">
                <a:latin typeface="Times New Roman"/>
                <a:cs typeface="Times New Roman"/>
              </a:rPr>
              <a:t>The analysis includes: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Data loading and preprocessing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Dataset exploration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Missing-value analysis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Univariate analysis </a:t>
            </a:r>
            <a:endParaRPr lang="en-IN" sz="1800" b="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Bivariate analysis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Doctor visit analysis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Illness and health analysis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Insurance analysis </a:t>
            </a:r>
            <a:endParaRPr lang="en-IN" sz="1800" b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,Sans-Serif"/>
              <a:buChar char="•"/>
            </a:pPr>
            <a:r>
              <a:rPr lang="en-GB" sz="1800" b="0" dirty="0">
                <a:latin typeface="Times New Roman"/>
                <a:cs typeface="Times New Roman"/>
              </a:rPr>
              <a:t>Correlation matrix 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dirty="0">
                <a:latin typeface="Times New Roman"/>
                <a:cs typeface="Times New Roman"/>
              </a:rPr>
              <a:t> </a:t>
            </a:r>
            <a:br>
              <a:rPr lang="en-GB" sz="1800" dirty="0">
                <a:latin typeface="Times New Roman"/>
                <a:cs typeface="Times New Roman"/>
              </a:rPr>
            </a:br>
            <a:endParaRPr lang="en-GB" sz="18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Hospitals and Clinics</a:t>
            </a:r>
            <a:r>
              <a:rPr lang="en-US" dirty="0">
                <a:latin typeface="Times New Roman"/>
                <a:cs typeface="Times New Roman"/>
              </a:rPr>
              <a:t> – to understand patient visit patterns.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Healthcare Analysts</a:t>
            </a:r>
            <a:r>
              <a:rPr lang="en-US" dirty="0">
                <a:latin typeface="Times New Roman"/>
                <a:cs typeface="Times New Roman"/>
              </a:rPr>
              <a:t> – to analyze healthcare data and trends.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Doctors and Healthcare Professionals</a:t>
            </a:r>
            <a:r>
              <a:rPr lang="en-US" dirty="0">
                <a:latin typeface="Times New Roman"/>
                <a:cs typeface="Times New Roman"/>
              </a:rPr>
              <a:t> – to understand patient health patterns.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Healthcare Administrators</a:t>
            </a:r>
            <a:r>
              <a:rPr lang="en-US" dirty="0">
                <a:latin typeface="Times New Roman"/>
                <a:cs typeface="Times New Roman"/>
              </a:rPr>
              <a:t> – to support resource and service planning.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Researchers</a:t>
            </a:r>
            <a:r>
              <a:rPr lang="en-US" dirty="0">
                <a:latin typeface="Times New Roman"/>
                <a:cs typeface="Times New Roman"/>
              </a:rPr>
              <a:t> – to study factors related to healthcare utilization.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Insurance Organizations</a:t>
            </a:r>
            <a:r>
              <a:rPr lang="en-US" dirty="0">
                <a:latin typeface="Times New Roman"/>
                <a:cs typeface="Times New Roman"/>
              </a:rPr>
              <a:t> – to analyze insurance and healthcare-related patterns.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WHO ARE THE END USERS?</a:t>
            </a:r>
            <a:endParaRPr lang="en-IN" sz="200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3807" y="1587019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Python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Programming language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Pandas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Data loading, cleaning, and analysis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NumPy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Numerical operations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Matplotlib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Data visualization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Seaborn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Statistical graphs and heatmaps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Google </a:t>
            </a:r>
            <a:r>
              <a:rPr lang="en-IN" b="1" dirty="0" err="1">
                <a:latin typeface="Times New Roman"/>
                <a:ea typeface="+mn-lt"/>
                <a:cs typeface="Times New Roman"/>
              </a:rPr>
              <a:t>Colab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Development and execution platform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CSV Dataset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Healthcare patient data source</a:t>
            </a:r>
            <a:endParaRPr lang="en-IN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70094" y="5922794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ea typeface="+mj-lt"/>
                <a:cs typeface="+mj-lt"/>
                <a:hlinkClick r:id="rId3"/>
              </a:rPr>
              <a:t>Github</a:t>
            </a:r>
            <a:r>
              <a:rPr lang="en-GB" sz="2000" b="0" dirty="0">
                <a:solidFill>
                  <a:srgbClr val="0070C0"/>
                </a:solidFill>
                <a:ea typeface="+mj-lt"/>
                <a:cs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GB" sz="2000" b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C8B673-F5BC-1DC5-97AD-F87AFFB98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60" y="1190625"/>
            <a:ext cx="67056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CCDDE0-E296-F34A-F664-2353939E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27" y="658260"/>
            <a:ext cx="6821281" cy="522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8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F2CAF-4564-6092-5940-6BB111878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3" y="651564"/>
            <a:ext cx="7506065" cy="531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3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757" y="2727754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Facet</vt:lpstr>
      <vt:lpstr>PowerPoint Presentation</vt:lpstr>
      <vt:lpstr>PROBLEM  STATEMENT</vt:lpstr>
      <vt:lpstr>Project Description This project focuses on analysing a healthcare dataset containing information about  patients and their doctor visits. The dataset contains 5,190 patient records and 13 variables. The analysis includes: Data loading and preprocessing  Dataset exploration  Missing-value analysis  Univariate analysis  Bivariate analysis  Doctor visit analysis  Illness and health analysis  Insurance analysis  Correlation matrix    </vt:lpstr>
      <vt:lpstr>WHO ARE THE END USERS?</vt:lpstr>
      <vt:lpstr>Technology Used</vt:lpstr>
      <vt:lpstr>RESULTS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214</cp:revision>
  <dcterms:created xsi:type="dcterms:W3CDTF">2021-07-11T13:13:15Z</dcterms:created>
  <dcterms:modified xsi:type="dcterms:W3CDTF">2026-09-19T13:35:06Z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